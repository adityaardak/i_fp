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03CE17-96E0-771F-0CD5-1F3374D74629}" v="117" dt="2026-04-08T16:17:24.258"/>
    <p1510:client id="{816EDE3B-792C-EBB8-D957-D7E36AC57F99}" v="2" dt="2026-04-09T06:55:43.957"/>
    <p1510:client id="{AFD3D2DB-1135-706B-6AC3-20822633AD75}" v="236" dt="2026-04-09T13:14:10.1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8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ita Singhal" userId="S::25092003@geu.ac.in::c89ea9ff-6ea9-4e10-b3aa-fefaf9599199" providerId="AD" clId="Web-{E40A1767-771E-D744-9DF6-B9535F8F7174}"/>
    <pc:docChg chg="modSld">
      <pc:chgData name="Ishita Singhal" userId="S::25092003@geu.ac.in::c89ea9ff-6ea9-4e10-b3aa-fefaf9599199" providerId="AD" clId="Web-{E40A1767-771E-D744-9DF6-B9535F8F7174}" dt="2026-04-07T08:27:47.636" v="3" actId="1076"/>
      <pc:docMkLst>
        <pc:docMk/>
      </pc:docMkLst>
      <pc:sldChg chg="modSp">
        <pc:chgData name="Ishita Singhal" userId="S::25092003@geu.ac.in::c89ea9ff-6ea9-4e10-b3aa-fefaf9599199" providerId="AD" clId="Web-{E40A1767-771E-D744-9DF6-B9535F8F7174}" dt="2026-04-07T08:27:47.636" v="3" actId="1076"/>
        <pc:sldMkLst>
          <pc:docMk/>
          <pc:sldMk cId="121223606" sldId="270"/>
        </pc:sldMkLst>
        <pc:spChg chg="mod">
          <ac:chgData name="Ishita Singhal" userId="S::25092003@geu.ac.in::c89ea9ff-6ea9-4e10-b3aa-fefaf9599199" providerId="AD" clId="Web-{E40A1767-771E-D744-9DF6-B9535F8F7174}" dt="2026-04-07T08:27:25.352" v="0" actId="1076"/>
          <ac:spMkLst>
            <pc:docMk/>
            <pc:sldMk cId="121223606" sldId="270"/>
            <ac:spMk id="75" creationId="{5BBAA9FE-14A6-3635-BDE0-21E75B60255D}"/>
          </ac:spMkLst>
        </pc:spChg>
        <pc:grpChg chg="mod">
          <ac:chgData name="Ishita Singhal" userId="S::25092003@geu.ac.in::c89ea9ff-6ea9-4e10-b3aa-fefaf9599199" providerId="AD" clId="Web-{E40A1767-771E-D744-9DF6-B9535F8F7174}" dt="2026-04-07T08:27:47.636" v="3" actId="1076"/>
          <ac:grpSpMkLst>
            <pc:docMk/>
            <pc:sldMk cId="121223606" sldId="270"/>
            <ac:grpSpMk id="47" creationId="{1E9CDC51-FF0E-F171-6762-BB19A05B4D8E}"/>
          </ac:grpSpMkLst>
        </pc:grpChg>
        <pc:grpChg chg="mod">
          <ac:chgData name="Ishita Singhal" userId="S::25092003@geu.ac.in::c89ea9ff-6ea9-4e10-b3aa-fefaf9599199" providerId="AD" clId="Web-{E40A1767-771E-D744-9DF6-B9535F8F7174}" dt="2026-04-07T08:27:33.994" v="1" actId="1076"/>
          <ac:grpSpMkLst>
            <pc:docMk/>
            <pc:sldMk cId="121223606" sldId="270"/>
            <ac:grpSpMk id="49" creationId="{18150B14-0B49-9E22-C961-786A40F27A84}"/>
          </ac:grpSpMkLst>
        </pc:grpChg>
        <pc:picChg chg="mod">
          <ac:chgData name="Ishita Singhal" userId="S::25092003@geu.ac.in::c89ea9ff-6ea9-4e10-b3aa-fefaf9599199" providerId="AD" clId="Web-{E40A1767-771E-D744-9DF6-B9535F8F7174}" dt="2026-04-07T08:27:41.448" v="2" actId="1076"/>
          <ac:picMkLst>
            <pc:docMk/>
            <pc:sldMk cId="121223606" sldId="270"/>
            <ac:picMk id="46" creationId="{21A2EF52-784B-5BFA-EB88-FB9E7588BFF8}"/>
          </ac:picMkLst>
        </pc:picChg>
      </pc:sldChg>
    </pc:docChg>
  </pc:docChgLst>
  <pc:docChgLst>
    <pc:chgData name="Ishita Singhal" userId="S::25092003@geu.ac.in::c89ea9ff-6ea9-4e10-b3aa-fefaf9599199" providerId="AD" clId="Web-{F35FD99E-9696-20A7-068B-8D4EA970F77A}"/>
    <pc:docChg chg="modSld">
      <pc:chgData name="Ishita Singhal" userId="S::25092003@geu.ac.in::c89ea9ff-6ea9-4e10-b3aa-fefaf9599199" providerId="AD" clId="Web-{F35FD99E-9696-20A7-068B-8D4EA970F77A}" dt="2026-04-07T12:55:53.913" v="14" actId="20577"/>
      <pc:docMkLst>
        <pc:docMk/>
      </pc:docMkLst>
      <pc:sldChg chg="modSp">
        <pc:chgData name="Ishita Singhal" userId="S::25092003@geu.ac.in::c89ea9ff-6ea9-4e10-b3aa-fefaf9599199" providerId="AD" clId="Web-{F35FD99E-9696-20A7-068B-8D4EA970F77A}" dt="2026-04-07T12:51:03.614" v="2" actId="20577"/>
        <pc:sldMkLst>
          <pc:docMk/>
          <pc:sldMk cId="0" sldId="257"/>
        </pc:sldMkLst>
        <pc:spChg chg="mod">
          <ac:chgData name="Ishita Singhal" userId="S::25092003@geu.ac.in::c89ea9ff-6ea9-4e10-b3aa-fefaf9599199" providerId="AD" clId="Web-{F35FD99E-9696-20A7-068B-8D4EA970F77A}" dt="2026-04-07T12:51:03.614" v="2" actId="20577"/>
          <ac:spMkLst>
            <pc:docMk/>
            <pc:sldMk cId="0" sldId="257"/>
            <ac:spMk id="8" creationId="{00000000-0000-0000-0000-000000000000}"/>
          </ac:spMkLst>
        </pc:spChg>
      </pc:sldChg>
      <pc:sldChg chg="modSp">
        <pc:chgData name="Ishita Singhal" userId="S::25092003@geu.ac.in::c89ea9ff-6ea9-4e10-b3aa-fefaf9599199" providerId="AD" clId="Web-{F35FD99E-9696-20A7-068B-8D4EA970F77A}" dt="2026-04-07T12:55:53.913" v="14" actId="20577"/>
        <pc:sldMkLst>
          <pc:docMk/>
          <pc:sldMk cId="0" sldId="261"/>
        </pc:sldMkLst>
        <pc:spChg chg="mod">
          <ac:chgData name="Ishita Singhal" userId="S::25092003@geu.ac.in::c89ea9ff-6ea9-4e10-b3aa-fefaf9599199" providerId="AD" clId="Web-{F35FD99E-9696-20A7-068B-8D4EA970F77A}" dt="2026-04-07T12:55:16.458" v="7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Ishita Singhal" userId="S::25092003@geu.ac.in::c89ea9ff-6ea9-4e10-b3aa-fefaf9599199" providerId="AD" clId="Web-{F35FD99E-9696-20A7-068B-8D4EA970F77A}" dt="2026-04-07T12:55:53.913" v="14" actId="20577"/>
          <ac:spMkLst>
            <pc:docMk/>
            <pc:sldMk cId="0" sldId="261"/>
            <ac:spMk id="21" creationId="{00000000-0000-0000-0000-000000000000}"/>
          </ac:spMkLst>
        </pc:spChg>
      </pc:sldChg>
      <pc:sldChg chg="modSp">
        <pc:chgData name="Ishita Singhal" userId="S::25092003@geu.ac.in::c89ea9ff-6ea9-4e10-b3aa-fefaf9599199" providerId="AD" clId="Web-{F35FD99E-9696-20A7-068B-8D4EA970F77A}" dt="2026-04-07T12:49:57.126" v="1" actId="14100"/>
        <pc:sldMkLst>
          <pc:docMk/>
          <pc:sldMk cId="121223606" sldId="270"/>
        </pc:sldMkLst>
        <pc:grpChg chg="mod">
          <ac:chgData name="Ishita Singhal" userId="S::25092003@geu.ac.in::c89ea9ff-6ea9-4e10-b3aa-fefaf9599199" providerId="AD" clId="Web-{F35FD99E-9696-20A7-068B-8D4EA970F77A}" dt="2026-04-07T12:49:42.485" v="0" actId="1076"/>
          <ac:grpSpMkLst>
            <pc:docMk/>
            <pc:sldMk cId="121223606" sldId="270"/>
            <ac:grpSpMk id="47" creationId="{1E9CDC51-FF0E-F171-6762-BB19A05B4D8E}"/>
          </ac:grpSpMkLst>
        </pc:grpChg>
        <pc:picChg chg="mod">
          <ac:chgData name="Ishita Singhal" userId="S::25092003@geu.ac.in::c89ea9ff-6ea9-4e10-b3aa-fefaf9599199" providerId="AD" clId="Web-{F35FD99E-9696-20A7-068B-8D4EA970F77A}" dt="2026-04-07T12:49:57.126" v="1" actId="14100"/>
          <ac:picMkLst>
            <pc:docMk/>
            <pc:sldMk cId="121223606" sldId="270"/>
            <ac:picMk id="46" creationId="{21A2EF52-784B-5BFA-EB88-FB9E7588BFF8}"/>
          </ac:picMkLst>
        </pc:picChg>
      </pc:sldChg>
    </pc:docChg>
  </pc:docChgLst>
  <pc:docChgLst>
    <pc:chgData name="Ishita Singhal" userId="S::25092003@geu.ac.in::c89ea9ff-6ea9-4e10-b3aa-fefaf9599199" providerId="AD" clId="Web-{4D03CE17-96E0-771F-0CD5-1F3374D74629}"/>
    <pc:docChg chg="modSld">
      <pc:chgData name="Ishita Singhal" userId="S::25092003@geu.ac.in::c89ea9ff-6ea9-4e10-b3aa-fefaf9599199" providerId="AD" clId="Web-{4D03CE17-96E0-771F-0CD5-1F3374D74629}" dt="2026-04-08T16:17:24.258" v="116" actId="20577"/>
      <pc:docMkLst>
        <pc:docMk/>
      </pc:docMkLst>
      <pc:sldChg chg="addSp delSp modSp">
        <pc:chgData name="Ishita Singhal" userId="S::25092003@geu.ac.in::c89ea9ff-6ea9-4e10-b3aa-fefaf9599199" providerId="AD" clId="Web-{4D03CE17-96E0-771F-0CD5-1F3374D74629}" dt="2026-04-08T13:13:17.392" v="10" actId="1076"/>
        <pc:sldMkLst>
          <pc:docMk/>
          <pc:sldMk cId="0" sldId="258"/>
        </pc:sldMkLst>
        <pc:picChg chg="del mod">
          <ac:chgData name="Ishita Singhal" userId="S::25092003@geu.ac.in::c89ea9ff-6ea9-4e10-b3aa-fefaf9599199" providerId="AD" clId="Web-{4D03CE17-96E0-771F-0CD5-1F3374D74629}" dt="2026-04-08T13:13:09.329" v="6"/>
          <ac:picMkLst>
            <pc:docMk/>
            <pc:sldMk cId="0" sldId="258"/>
            <ac:picMk id="9" creationId="{00000000-0000-0000-0000-000000000000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13:17.392" v="10" actId="1076"/>
          <ac:picMkLst>
            <pc:docMk/>
            <pc:sldMk cId="0" sldId="258"/>
            <ac:picMk id="10" creationId="{72BECB83-16C7-FBDC-5B92-C746443CFD62}"/>
          </ac:picMkLst>
        </pc:picChg>
      </pc:sldChg>
      <pc:sldChg chg="addSp delSp modSp">
        <pc:chgData name="Ishita Singhal" userId="S::25092003@geu.ac.in::c89ea9ff-6ea9-4e10-b3aa-fefaf9599199" providerId="AD" clId="Web-{4D03CE17-96E0-771F-0CD5-1F3374D74629}" dt="2026-04-08T13:15:04.643" v="17" actId="1076"/>
        <pc:sldMkLst>
          <pc:docMk/>
          <pc:sldMk cId="0" sldId="259"/>
        </pc:sldMkLst>
        <pc:picChg chg="del">
          <ac:chgData name="Ishita Singhal" userId="S::25092003@geu.ac.in::c89ea9ff-6ea9-4e10-b3aa-fefaf9599199" providerId="AD" clId="Web-{4D03CE17-96E0-771F-0CD5-1F3374D74629}" dt="2026-04-08T13:14:45.377" v="11"/>
          <ac:picMkLst>
            <pc:docMk/>
            <pc:sldMk cId="0" sldId="259"/>
            <ac:picMk id="9" creationId="{00000000-0000-0000-0000-000000000000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15:04.643" v="17" actId="1076"/>
          <ac:picMkLst>
            <pc:docMk/>
            <pc:sldMk cId="0" sldId="259"/>
            <ac:picMk id="10" creationId="{2EFB2026-A5F5-388E-DE6D-10CC5784B596}"/>
          </ac:picMkLst>
        </pc:picChg>
      </pc:sldChg>
      <pc:sldChg chg="addSp delSp modSp">
        <pc:chgData name="Ishita Singhal" userId="S::25092003@geu.ac.in::c89ea9ff-6ea9-4e10-b3aa-fefaf9599199" providerId="AD" clId="Web-{4D03CE17-96E0-771F-0CD5-1F3374D74629}" dt="2026-04-08T16:17:24.258" v="116" actId="20577"/>
        <pc:sldMkLst>
          <pc:docMk/>
          <pc:sldMk cId="0" sldId="260"/>
        </pc:sldMkLst>
        <pc:spChg chg="mod">
          <ac:chgData name="Ishita Singhal" userId="S::25092003@geu.ac.in::c89ea9ff-6ea9-4e10-b3aa-fefaf9599199" providerId="AD" clId="Web-{4D03CE17-96E0-771F-0CD5-1F3374D74629}" dt="2026-04-08T16:17:24.258" v="116" actId="20577"/>
          <ac:spMkLst>
            <pc:docMk/>
            <pc:sldMk cId="0" sldId="260"/>
            <ac:spMk id="19" creationId="{00000000-0000-0000-0000-000000000000}"/>
          </ac:spMkLst>
        </pc:spChg>
        <pc:picChg chg="del">
          <ac:chgData name="Ishita Singhal" userId="S::25092003@geu.ac.in::c89ea9ff-6ea9-4e10-b3aa-fefaf9599199" providerId="AD" clId="Web-{4D03CE17-96E0-771F-0CD5-1F3374D74629}" dt="2026-04-08T13:15:28.190" v="18"/>
          <ac:picMkLst>
            <pc:docMk/>
            <pc:sldMk cId="0" sldId="260"/>
            <ac:picMk id="24" creationId="{00000000-0000-0000-0000-000000000000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15:42.909" v="22" actId="1076"/>
          <ac:picMkLst>
            <pc:docMk/>
            <pc:sldMk cId="0" sldId="260"/>
            <ac:picMk id="25" creationId="{F2A951BA-D1EC-12FD-7902-6605B219C7E0}"/>
          </ac:picMkLst>
        </pc:picChg>
      </pc:sldChg>
      <pc:sldChg chg="addSp modSp">
        <pc:chgData name="Ishita Singhal" userId="S::25092003@geu.ac.in::c89ea9ff-6ea9-4e10-b3aa-fefaf9599199" providerId="AD" clId="Web-{4D03CE17-96E0-771F-0CD5-1F3374D74629}" dt="2026-04-08T13:24:24.885" v="57" actId="1076"/>
        <pc:sldMkLst>
          <pc:docMk/>
          <pc:sldMk cId="0" sldId="261"/>
        </pc:sldMkLst>
        <pc:spChg chg="mod">
          <ac:chgData name="Ishita Singhal" userId="S::25092003@geu.ac.in::c89ea9ff-6ea9-4e10-b3aa-fefaf9599199" providerId="AD" clId="Web-{4D03CE17-96E0-771F-0CD5-1F3374D74629}" dt="2026-04-08T13:17:10.848" v="30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17:36.708" v="35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17:30.442" v="34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17:15.285" v="31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19:23.946" v="41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20:48.468" v="45" actId="1410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22:52.585" v="52" actId="14100"/>
          <ac:spMkLst>
            <pc:docMk/>
            <pc:sldMk cId="0" sldId="261"/>
            <ac:spMk id="27" creationId="{00000000-0000-0000-0000-000000000000}"/>
          </ac:spMkLst>
        </pc:spChg>
        <pc:picChg chg="add mod">
          <ac:chgData name="Ishita Singhal" userId="S::25092003@geu.ac.in::c89ea9ff-6ea9-4e10-b3aa-fefaf9599199" providerId="AD" clId="Web-{4D03CE17-96E0-771F-0CD5-1F3374D74629}" dt="2026-04-08T13:19:17.648" v="40" actId="1076"/>
          <ac:picMkLst>
            <pc:docMk/>
            <pc:sldMk cId="0" sldId="261"/>
            <ac:picMk id="28" creationId="{F90C1666-AC22-CF94-7136-7FC46BC0D953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20:41.608" v="44" actId="1076"/>
          <ac:picMkLst>
            <pc:docMk/>
            <pc:sldMk cId="0" sldId="261"/>
            <ac:picMk id="29" creationId="{C731A18D-CCF2-1F26-3206-8C6A9DE2C18E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22:40.193" v="50" actId="1076"/>
          <ac:picMkLst>
            <pc:docMk/>
            <pc:sldMk cId="0" sldId="261"/>
            <ac:picMk id="30" creationId="{8D1B16AD-6116-A756-1846-994A243FBBCB}"/>
          </ac:picMkLst>
        </pc:picChg>
        <pc:picChg chg="add mod">
          <ac:chgData name="Ishita Singhal" userId="S::25092003@geu.ac.in::c89ea9ff-6ea9-4e10-b3aa-fefaf9599199" providerId="AD" clId="Web-{4D03CE17-96E0-771F-0CD5-1F3374D74629}" dt="2026-04-08T13:24:24.885" v="57" actId="1076"/>
          <ac:picMkLst>
            <pc:docMk/>
            <pc:sldMk cId="0" sldId="261"/>
            <ac:picMk id="31" creationId="{A2FB06FA-5BFE-3E8D-AD0A-EB6B4654EB63}"/>
          </ac:picMkLst>
        </pc:picChg>
      </pc:sldChg>
      <pc:sldChg chg="modSp">
        <pc:chgData name="Ishita Singhal" userId="S::25092003@geu.ac.in::c89ea9ff-6ea9-4e10-b3aa-fefaf9599199" providerId="AD" clId="Web-{4D03CE17-96E0-771F-0CD5-1F3374D74629}" dt="2026-04-08T13:50:11.619" v="90" actId="20577"/>
        <pc:sldMkLst>
          <pc:docMk/>
          <pc:sldMk cId="0" sldId="262"/>
        </pc:sldMkLst>
        <pc:spChg chg="mod">
          <ac:chgData name="Ishita Singhal" userId="S::25092003@geu.ac.in::c89ea9ff-6ea9-4e10-b3aa-fefaf9599199" providerId="AD" clId="Web-{4D03CE17-96E0-771F-0CD5-1F3374D74629}" dt="2026-04-08T13:47:55.117" v="88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44:51.488" v="83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43:10.110" v="73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44:41.535" v="75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Ishita Singhal" userId="S::25092003@geu.ac.in::c89ea9ff-6ea9-4e10-b3aa-fefaf9599199" providerId="AD" clId="Web-{4D03CE17-96E0-771F-0CD5-1F3374D74629}" dt="2026-04-08T13:50:11.619" v="90" actId="20577"/>
          <ac:spMkLst>
            <pc:docMk/>
            <pc:sldMk cId="0" sldId="262"/>
            <ac:spMk id="21" creationId="{00000000-0000-0000-0000-000000000000}"/>
          </ac:spMkLst>
        </pc:spChg>
      </pc:sldChg>
      <pc:sldChg chg="modSp">
        <pc:chgData name="Ishita Singhal" userId="S::25092003@geu.ac.in::c89ea9ff-6ea9-4e10-b3aa-fefaf9599199" providerId="AD" clId="Web-{4D03CE17-96E0-771F-0CD5-1F3374D74629}" dt="2026-04-08T14:21:43.675" v="91" actId="14100"/>
        <pc:sldMkLst>
          <pc:docMk/>
          <pc:sldMk cId="0" sldId="263"/>
        </pc:sldMkLst>
        <pc:graphicFrameChg chg="mod">
          <ac:chgData name="Ishita Singhal" userId="S::25092003@geu.ac.in::c89ea9ff-6ea9-4e10-b3aa-fefaf9599199" providerId="AD" clId="Web-{4D03CE17-96E0-771F-0CD5-1F3374D74629}" dt="2026-04-08T14:21:43.675" v="91" actId="14100"/>
          <ac:graphicFrameMkLst>
            <pc:docMk/>
            <pc:sldMk cId="0" sldId="263"/>
            <ac:graphicFrameMk id="10" creationId="{00000000-0000-0000-0000-000000000000}"/>
          </ac:graphicFrameMkLst>
        </pc:graphicFrameChg>
      </pc:sldChg>
      <pc:sldChg chg="addSp delSp modSp">
        <pc:chgData name="Ishita Singhal" userId="S::25092003@geu.ac.in::c89ea9ff-6ea9-4e10-b3aa-fefaf9599199" providerId="AD" clId="Web-{4D03CE17-96E0-771F-0CD5-1F3374D74629}" dt="2026-04-08T13:26:39.655" v="70" actId="1076"/>
        <pc:sldMkLst>
          <pc:docMk/>
          <pc:sldMk cId="121223606" sldId="270"/>
        </pc:sldMkLst>
        <pc:spChg chg="del">
          <ac:chgData name="Ishita Singhal" userId="S::25092003@geu.ac.in::c89ea9ff-6ea9-4e10-b3aa-fefaf9599199" providerId="AD" clId="Web-{4D03CE17-96E0-771F-0CD5-1F3374D74629}" dt="2026-04-08T13:25:35.325" v="65"/>
          <ac:spMkLst>
            <pc:docMk/>
            <pc:sldMk cId="121223606" sldId="270"/>
            <ac:spMk id="31" creationId="{4DEADC42-07CF-F7CC-6F54-42498EAA37B3}"/>
          </ac:spMkLst>
        </pc:spChg>
        <pc:spChg chg="del">
          <ac:chgData name="Ishita Singhal" userId="S::25092003@geu.ac.in::c89ea9ff-6ea9-4e10-b3aa-fefaf9599199" providerId="AD" clId="Web-{4D03CE17-96E0-771F-0CD5-1F3374D74629}" dt="2026-04-08T13:25:33.575" v="64"/>
          <ac:spMkLst>
            <pc:docMk/>
            <pc:sldMk cId="121223606" sldId="270"/>
            <ac:spMk id="32" creationId="{51B3A474-02DA-6A59-3FFF-434FDDC06A2B}"/>
          </ac:spMkLst>
        </pc:spChg>
        <pc:spChg chg="del">
          <ac:chgData name="Ishita Singhal" userId="S::25092003@geu.ac.in::c89ea9ff-6ea9-4e10-b3aa-fefaf9599199" providerId="AD" clId="Web-{4D03CE17-96E0-771F-0CD5-1F3374D74629}" dt="2026-04-08T13:25:36.872" v="66"/>
          <ac:spMkLst>
            <pc:docMk/>
            <pc:sldMk cId="121223606" sldId="270"/>
            <ac:spMk id="33" creationId="{075C146A-525E-EAB1-2438-92AF6E344C2C}"/>
          </ac:spMkLst>
        </pc:spChg>
        <pc:spChg chg="del">
          <ac:chgData name="Ishita Singhal" userId="S::25092003@geu.ac.in::c89ea9ff-6ea9-4e10-b3aa-fefaf9599199" providerId="AD" clId="Web-{4D03CE17-96E0-771F-0CD5-1F3374D74629}" dt="2026-04-08T13:25:38.857" v="67"/>
          <ac:spMkLst>
            <pc:docMk/>
            <pc:sldMk cId="121223606" sldId="270"/>
            <ac:spMk id="39" creationId="{ED47441A-C600-ACAC-5391-EF118874C98C}"/>
          </ac:spMkLst>
        </pc:spChg>
        <pc:picChg chg="add mod">
          <ac:chgData name="Ishita Singhal" userId="S::25092003@geu.ac.in::c89ea9ff-6ea9-4e10-b3aa-fefaf9599199" providerId="AD" clId="Web-{4D03CE17-96E0-771F-0CD5-1F3374D74629}" dt="2026-04-08T13:26:39.655" v="70" actId="1076"/>
          <ac:picMkLst>
            <pc:docMk/>
            <pc:sldMk cId="121223606" sldId="270"/>
            <ac:picMk id="26" creationId="{400E0B74-2DD6-DFE2-888B-43771DB70092}"/>
          </ac:picMkLst>
        </pc:picChg>
        <pc:picChg chg="add del mod">
          <ac:chgData name="Ishita Singhal" userId="S::25092003@geu.ac.in::c89ea9ff-6ea9-4e10-b3aa-fefaf9599199" providerId="AD" clId="Web-{4D03CE17-96E0-771F-0CD5-1F3374D74629}" dt="2026-04-08T13:26:35.343" v="69"/>
          <ac:picMkLst>
            <pc:docMk/>
            <pc:sldMk cId="121223606" sldId="270"/>
            <ac:picMk id="27" creationId="{13A85AC3-D23C-3E56-116E-C4CD4E0A88B9}"/>
          </ac:picMkLst>
        </pc:picChg>
      </pc:sldChg>
    </pc:docChg>
  </pc:docChgLst>
  <pc:docChgLst>
    <pc:chgData name="Ishita Singhal" userId="S::25092003@geu.ac.in::c89ea9ff-6ea9-4e10-b3aa-fefaf9599199" providerId="AD" clId="Web-{816EDE3B-792C-EBB8-D957-D7E36AC57F99}"/>
    <pc:docChg chg="modSld">
      <pc:chgData name="Ishita Singhal" userId="S::25092003@geu.ac.in::c89ea9ff-6ea9-4e10-b3aa-fefaf9599199" providerId="AD" clId="Web-{816EDE3B-792C-EBB8-D957-D7E36AC57F99}" dt="2026-04-09T06:55:43.957" v="1" actId="20577"/>
      <pc:docMkLst>
        <pc:docMk/>
      </pc:docMkLst>
      <pc:sldChg chg="modSp">
        <pc:chgData name="Ishita Singhal" userId="S::25092003@geu.ac.in::c89ea9ff-6ea9-4e10-b3aa-fefaf9599199" providerId="AD" clId="Web-{816EDE3B-792C-EBB8-D957-D7E36AC57F99}" dt="2026-04-09T06:55:43.957" v="1" actId="20577"/>
        <pc:sldMkLst>
          <pc:docMk/>
          <pc:sldMk cId="0" sldId="266"/>
        </pc:sldMkLst>
        <pc:spChg chg="mod">
          <ac:chgData name="Ishita Singhal" userId="S::25092003@geu.ac.in::c89ea9ff-6ea9-4e10-b3aa-fefaf9599199" providerId="AD" clId="Web-{816EDE3B-792C-EBB8-D957-D7E36AC57F99}" dt="2026-04-09T06:55:43.957" v="1" actId="20577"/>
          <ac:spMkLst>
            <pc:docMk/>
            <pc:sldMk cId="0" sldId="266"/>
            <ac:spMk id="12" creationId="{00000000-0000-0000-0000-000000000000}"/>
          </ac:spMkLst>
        </pc:spChg>
      </pc:sldChg>
    </pc:docChg>
  </pc:docChgLst>
  <pc:docChgLst>
    <pc:chgData name="Ishita Singhal" userId="S::25092003@geu.ac.in::c89ea9ff-6ea9-4e10-b3aa-fefaf9599199" providerId="AD" clId="Web-{AFD3D2DB-1135-706B-6AC3-20822633AD75}"/>
    <pc:docChg chg="modSld">
      <pc:chgData name="Ishita Singhal" userId="S::25092003@geu.ac.in::c89ea9ff-6ea9-4e10-b3aa-fefaf9599199" providerId="AD" clId="Web-{AFD3D2DB-1135-706B-6AC3-20822633AD75}" dt="2026-04-09T13:14:10.141" v="231" actId="20577"/>
      <pc:docMkLst>
        <pc:docMk/>
      </pc:docMkLst>
      <pc:sldChg chg="modSp">
        <pc:chgData name="Ishita Singhal" userId="S::25092003@geu.ac.in::c89ea9ff-6ea9-4e10-b3aa-fefaf9599199" providerId="AD" clId="Web-{AFD3D2DB-1135-706B-6AC3-20822633AD75}" dt="2026-04-09T13:00:43.884" v="19" actId="20577"/>
        <pc:sldMkLst>
          <pc:docMk/>
          <pc:sldMk cId="0" sldId="258"/>
        </pc:sldMkLst>
        <pc:spChg chg="mod">
          <ac:chgData name="Ishita Singhal" userId="S::25092003@geu.ac.in::c89ea9ff-6ea9-4e10-b3aa-fefaf9599199" providerId="AD" clId="Web-{AFD3D2DB-1135-706B-6AC3-20822633AD75}" dt="2026-04-09T13:00:43.884" v="19" actId="20577"/>
          <ac:spMkLst>
            <pc:docMk/>
            <pc:sldMk cId="0" sldId="258"/>
            <ac:spMk id="8" creationId="{00000000-0000-0000-0000-000000000000}"/>
          </ac:spMkLst>
        </pc:spChg>
      </pc:sldChg>
      <pc:sldChg chg="modSp">
        <pc:chgData name="Ishita Singhal" userId="S::25092003@geu.ac.in::c89ea9ff-6ea9-4e10-b3aa-fefaf9599199" providerId="AD" clId="Web-{AFD3D2DB-1135-706B-6AC3-20822633AD75}" dt="2026-04-09T12:48:02.290" v="10" actId="20577"/>
        <pc:sldMkLst>
          <pc:docMk/>
          <pc:sldMk cId="0" sldId="259"/>
        </pc:sldMkLst>
        <pc:spChg chg="mod">
          <ac:chgData name="Ishita Singhal" userId="S::25092003@geu.ac.in::c89ea9ff-6ea9-4e10-b3aa-fefaf9599199" providerId="AD" clId="Web-{AFD3D2DB-1135-706B-6AC3-20822633AD75}" dt="2026-04-09T12:48:02.290" v="10" actId="20577"/>
          <ac:spMkLst>
            <pc:docMk/>
            <pc:sldMk cId="0" sldId="259"/>
            <ac:spMk id="8" creationId="{00000000-0000-0000-0000-000000000000}"/>
          </ac:spMkLst>
        </pc:spChg>
      </pc:sldChg>
      <pc:sldChg chg="modSp">
        <pc:chgData name="Ishita Singhal" userId="S::25092003@geu.ac.in::c89ea9ff-6ea9-4e10-b3aa-fefaf9599199" providerId="AD" clId="Web-{AFD3D2DB-1135-706B-6AC3-20822633AD75}" dt="2026-04-09T13:03:35.062" v="20"/>
        <pc:sldMkLst>
          <pc:docMk/>
          <pc:sldMk cId="0" sldId="263"/>
        </pc:sldMkLst>
        <pc:graphicFrameChg chg="mod modGraphic">
          <ac:chgData name="Ishita Singhal" userId="S::25092003@geu.ac.in::c89ea9ff-6ea9-4e10-b3aa-fefaf9599199" providerId="AD" clId="Web-{AFD3D2DB-1135-706B-6AC3-20822633AD75}" dt="2026-04-09T13:03:35.062" v="20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addSp delSp modSp">
        <pc:chgData name="Ishita Singhal" userId="S::25092003@geu.ac.in::c89ea9ff-6ea9-4e10-b3aa-fefaf9599199" providerId="AD" clId="Web-{AFD3D2DB-1135-706B-6AC3-20822633AD75}" dt="2026-04-09T13:10:08.823" v="192" actId="1076"/>
        <pc:sldMkLst>
          <pc:docMk/>
          <pc:sldMk cId="0" sldId="264"/>
        </pc:sldMkLst>
        <pc:spChg chg="del mod">
          <ac:chgData name="Ishita Singhal" userId="S::25092003@geu.ac.in::c89ea9ff-6ea9-4e10-b3aa-fefaf9599199" providerId="AD" clId="Web-{AFD3D2DB-1135-706B-6AC3-20822633AD75}" dt="2026-04-09T13:09:02.241" v="35"/>
          <ac:spMkLst>
            <pc:docMk/>
            <pc:sldMk cId="0" sldId="264"/>
            <ac:spMk id="8" creationId="{00000000-0000-0000-0000-000000000000}"/>
          </ac:spMkLst>
        </pc:spChg>
        <pc:spChg chg="mod">
          <ac:chgData name="Ishita Singhal" userId="S::25092003@geu.ac.in::c89ea9ff-6ea9-4e10-b3aa-fefaf9599199" providerId="AD" clId="Web-{AFD3D2DB-1135-706B-6AC3-20822633AD75}" dt="2026-04-09T13:09:18.320" v="36" actId="1076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Ishita Singhal" userId="S::25092003@geu.ac.in::c89ea9ff-6ea9-4e10-b3aa-fefaf9599199" providerId="AD" clId="Web-{AFD3D2DB-1135-706B-6AC3-20822633AD75}" dt="2026-04-09T13:07:54.828" v="22"/>
          <ac:graphicFrameMkLst>
            <pc:docMk/>
            <pc:sldMk cId="0" sldId="264"/>
            <ac:graphicFrameMk id="30" creationId="{00000000-0000-0000-0000-000000000000}"/>
          </ac:graphicFrameMkLst>
        </pc:graphicFrameChg>
        <pc:graphicFrameChg chg="add mod modGraphic">
          <ac:chgData name="Ishita Singhal" userId="S::25092003@geu.ac.in::c89ea9ff-6ea9-4e10-b3aa-fefaf9599199" providerId="AD" clId="Web-{AFD3D2DB-1135-706B-6AC3-20822633AD75}" dt="2026-04-09T13:10:08.823" v="192" actId="1076"/>
          <ac:graphicFrameMkLst>
            <pc:docMk/>
            <pc:sldMk cId="0" sldId="264"/>
            <ac:graphicFrameMk id="32" creationId="{6E4F8789-39B3-E2A2-2017-92C464501B26}"/>
          </ac:graphicFrameMkLst>
        </pc:graphicFrameChg>
      </pc:sldChg>
      <pc:sldChg chg="modSp">
        <pc:chgData name="Ishita Singhal" userId="S::25092003@geu.ac.in::c89ea9ff-6ea9-4e10-b3aa-fefaf9599199" providerId="AD" clId="Web-{AFD3D2DB-1135-706B-6AC3-20822633AD75}" dt="2026-04-09T13:14:10.141" v="231" actId="20577"/>
        <pc:sldMkLst>
          <pc:docMk/>
          <pc:sldMk cId="0" sldId="266"/>
        </pc:sldMkLst>
        <pc:spChg chg="mod">
          <ac:chgData name="Ishita Singhal" userId="S::25092003@geu.ac.in::c89ea9ff-6ea9-4e10-b3aa-fefaf9599199" providerId="AD" clId="Web-{AFD3D2DB-1135-706B-6AC3-20822633AD75}" dt="2026-04-09T13:14:10.141" v="231" actId="20577"/>
          <ac:spMkLst>
            <pc:docMk/>
            <pc:sldMk cId="0" sldId="266"/>
            <ac:spMk id="11" creationId="{00000000-0000-0000-0000-000000000000}"/>
          </ac:spMkLst>
        </pc:spChg>
      </pc:sldChg>
    </pc:docChg>
  </pc:docChgLst>
  <pc:docChgLst>
    <pc:chgData name="Ishita Singhal" userId="S::25092003@geu.ac.in::c89ea9ff-6ea9-4e10-b3aa-fefaf9599199" providerId="AD" clId="Web-{47AF69DC-8A80-575A-CC70-64011DB30ECD}"/>
    <pc:docChg chg="modSld">
      <pc:chgData name="Ishita Singhal" userId="S::25092003@geu.ac.in::c89ea9ff-6ea9-4e10-b3aa-fefaf9599199" providerId="AD" clId="Web-{47AF69DC-8A80-575A-CC70-64011DB30ECD}" dt="2026-04-05T12:58:06.565" v="12" actId="20577"/>
      <pc:docMkLst>
        <pc:docMk/>
      </pc:docMkLst>
      <pc:sldChg chg="modSp">
        <pc:chgData name="Ishita Singhal" userId="S::25092003@geu.ac.in::c89ea9ff-6ea9-4e10-b3aa-fefaf9599199" providerId="AD" clId="Web-{47AF69DC-8A80-575A-CC70-64011DB30ECD}" dt="2026-04-05T12:50:32.216" v="10" actId="20577"/>
        <pc:sldMkLst>
          <pc:docMk/>
          <pc:sldMk cId="0" sldId="260"/>
        </pc:sldMkLst>
        <pc:spChg chg="mod">
          <ac:chgData name="Ishita Singhal" userId="S::25092003@geu.ac.in::c89ea9ff-6ea9-4e10-b3aa-fefaf9599199" providerId="AD" clId="Web-{47AF69DC-8A80-575A-CC70-64011DB30ECD}" dt="2026-04-05T12:50:32.216" v="10" actId="20577"/>
          <ac:spMkLst>
            <pc:docMk/>
            <pc:sldMk cId="0" sldId="260"/>
            <ac:spMk id="20" creationId="{00000000-0000-0000-0000-000000000000}"/>
          </ac:spMkLst>
        </pc:spChg>
      </pc:sldChg>
      <pc:sldChg chg="modSp">
        <pc:chgData name="Ishita Singhal" userId="S::25092003@geu.ac.in::c89ea9ff-6ea9-4e10-b3aa-fefaf9599199" providerId="AD" clId="Web-{47AF69DC-8A80-575A-CC70-64011DB30ECD}" dt="2026-04-05T12:58:06.565" v="12" actId="20577"/>
        <pc:sldMkLst>
          <pc:docMk/>
          <pc:sldMk cId="0" sldId="261"/>
        </pc:sldMkLst>
        <pc:spChg chg="mod">
          <ac:chgData name="Ishita Singhal" userId="S::25092003@geu.ac.in::c89ea9ff-6ea9-4e10-b3aa-fefaf9599199" providerId="AD" clId="Web-{47AF69DC-8A80-575A-CC70-64011DB30ECD}" dt="2026-04-05T12:58:06.565" v="12" actId="20577"/>
          <ac:spMkLst>
            <pc:docMk/>
            <pc:sldMk cId="0" sldId="261"/>
            <ac:spMk id="1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E6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B2E6E"/>
                </a:solidFill>
                <a:latin typeface="Arial"/>
              </a:rPr>
              <a:t>Revenue by Region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565C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E4-2B49-9934-2C406ADCB9C7}"/>
              </c:ext>
            </c:extLst>
          </c:dPt>
          <c:dPt>
            <c:idx val="1"/>
            <c:invertIfNegative val="0"/>
            <c:bubble3D val="0"/>
            <c:spPr>
              <a:solidFill>
                <a:srgbClr val="2A6D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E4-2B49-9934-2C406ADCB9C7}"/>
              </c:ext>
            </c:extLst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E4-2B49-9934-2C406ADCB9C7}"/>
              </c:ext>
            </c:extLst>
          </c:dPt>
          <c:dPt>
            <c:idx val="3"/>
            <c:invertIfNegative val="0"/>
            <c:bubble3D val="0"/>
            <c:spPr>
              <a:solidFill>
                <a:srgbClr val="6AAE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E4-2B49-9934-2C406ADCB9C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Southeast Asia</c:v>
                </c:pt>
                <c:pt idx="1">
                  <c:v>Oceania</c:v>
                </c:pt>
                <c:pt idx="2">
                  <c:v>South Asia</c:v>
                </c:pt>
                <c:pt idx="3">
                  <c:v>Eastern Asia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108921</c:v>
                </c:pt>
                <c:pt idx="1">
                  <c:v>108624</c:v>
                </c:pt>
                <c:pt idx="2">
                  <c:v>90522</c:v>
                </c:pt>
                <c:pt idx="3">
                  <c:v>82750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4E4-2B49-9934-2C406ADCB9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E6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B2E6E"/>
                </a:solidFill>
                <a:latin typeface="Arial"/>
              </a:rPr>
              <a:t>Order Status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6F-E64D-9F06-8528D5E26317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6F-E64D-9F06-8528D5E26317}"/>
              </c:ext>
            </c:extLst>
          </c:dPt>
          <c:dPt>
            <c:idx val="2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6F-E64D-9F06-8528D5E26317}"/>
              </c:ext>
            </c:extLst>
          </c:dPt>
          <c:dPt>
            <c:idx val="3"/>
            <c:bubble3D val="0"/>
            <c:spPr>
              <a:solidFill>
                <a:srgbClr val="2A6D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6F-E64D-9F06-8528D5E26317}"/>
              </c:ext>
            </c:extLst>
          </c:dPt>
          <c:dPt>
            <c:idx val="4"/>
            <c:bubble3D val="0"/>
            <c:spPr>
              <a:solidFill>
                <a:srgbClr val="6AAE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26F-E64D-9F06-8528D5E26317}"/>
              </c:ext>
            </c:extLst>
          </c:dPt>
          <c:dPt>
            <c:idx val="5"/>
            <c:bubble3D val="0"/>
            <c:spPr>
              <a:solidFill>
                <a:srgbClr val="AACB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26F-E64D-9F06-8528D5E2631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6F-E64D-9F06-8528D5E2631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6F-E64D-9F06-8528D5E2631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26F-E64D-9F06-8528D5E2631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26F-E64D-9F06-8528D5E2631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26F-E64D-9F06-8528D5E26317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26F-E64D-9F06-8528D5E2631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Complete</c:v>
                </c:pt>
                <c:pt idx="1">
                  <c:v>Pending Payment</c:v>
                </c:pt>
                <c:pt idx="2">
                  <c:v>Closed</c:v>
                </c:pt>
                <c:pt idx="3">
                  <c:v>Processing</c:v>
                </c:pt>
                <c:pt idx="4">
                  <c:v>Pending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757</c:v>
                </c:pt>
                <c:pt idx="1">
                  <c:v>492</c:v>
                </c:pt>
                <c:pt idx="2">
                  <c:v>267</c:v>
                </c:pt>
                <c:pt idx="3">
                  <c:v>258</c:v>
                </c:pt>
                <c:pt idx="4">
                  <c:v>242</c:v>
                </c:pt>
                <c:pt idx="5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26F-E64D-9F06-8528D5E26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7FA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0392B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C0392B"/>
                </a:solidFill>
                <a:latin typeface="Arial"/>
              </a:rPr>
              <a:t>Late Delivery %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E1-534B-9C46-FFB2A394BE4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CE1-534B-9C46-FFB2A394BE4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CE1-534B-9C46-FFB2A394BE4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CE1-534B-9C46-FFB2A394BE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Eastern Asia</c:v>
                </c:pt>
                <c:pt idx="1">
                  <c:v>SE Asia</c:v>
                </c:pt>
                <c:pt idx="2">
                  <c:v>Oceania</c:v>
                </c:pt>
                <c:pt idx="3">
                  <c:v>South Asia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57.6</c:v>
                </c:pt>
                <c:pt idx="1">
                  <c:v>57.5</c:v>
                </c:pt>
                <c:pt idx="2">
                  <c:v>56.2</c:v>
                </c:pt>
                <c:pt idx="3">
                  <c:v>54.9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CE1-534B-9C46-FFB2A394BE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0D8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8F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B2E6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B2E6E"/>
                </a:solidFill>
                <a:latin typeface="Arial"/>
              </a:rPr>
              <a:t>Total Profit by Region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AC-EC45-8B7E-81E04B49C82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AC-EC45-8B7E-81E04B49C82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AC-EC45-8B7E-81E04B49C824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AC-EC45-8B7E-81E04B49C8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Oceania</c:v>
                </c:pt>
                <c:pt idx="1">
                  <c:v>SE Asia</c:v>
                </c:pt>
                <c:pt idx="2">
                  <c:v>South Asia</c:v>
                </c:pt>
                <c:pt idx="3">
                  <c:v>E. Asia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13260</c:v>
                </c:pt>
                <c:pt idx="1">
                  <c:v>12607</c:v>
                </c:pt>
                <c:pt idx="2">
                  <c:v>9603</c:v>
                </c:pt>
                <c:pt idx="3">
                  <c:v>4031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DAC-EC45-8B7E-81E04B49C8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EC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F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0392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C0392B"/>
                </a:solidFill>
                <a:latin typeface="Arial"/>
              </a:rPr>
              <a:t>Late Delivery % by Shipping Mode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FD-8E44-968B-36F2E9970768}"/>
              </c:ext>
            </c:extLst>
          </c:dPt>
          <c:dPt>
            <c:idx val="1"/>
            <c:invertIfNegative val="0"/>
            <c:bubble3D val="0"/>
            <c:spPr>
              <a:solidFill>
                <a:srgbClr val="E07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FD-8E44-968B-36F2E9970768}"/>
              </c:ext>
            </c:extLst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FD-8E44-968B-36F2E9970768}"/>
              </c:ext>
            </c:extLst>
          </c:dPt>
          <c:dPt>
            <c:idx val="3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FD-8E44-968B-36F2E997076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First Class</c:v>
                </c:pt>
                <c:pt idx="1">
                  <c:v>Second Class</c:v>
                </c:pt>
                <c:pt idx="2">
                  <c:v>Same Day</c:v>
                </c:pt>
                <c:pt idx="3">
                  <c:v>Standard Class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97.5</c:v>
                </c:pt>
                <c:pt idx="1">
                  <c:v>78.7</c:v>
                </c:pt>
                <c:pt idx="2">
                  <c:v>41.5</c:v>
                </c:pt>
                <c:pt idx="3">
                  <c:v>40.4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DFD-8E44-968B-36F2E99707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0D8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8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11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074582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openxmlformats.org/officeDocument/2006/relationships/image" Target="../media/image1.sv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VmDrhrvCXQ8f_ZxnENeDtQFg8Jr9vexO/view?usp=drive_link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16450" y="226705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448" y="3065446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Ishita Singhal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Singhalishita1011@gmail.com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Abdul Aziz Md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553555" y="362916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96262" y="552383"/>
            <a:ext cx="3668638" cy="1790915"/>
          </a:xfrm>
          <a:prstGeom prst="rect">
            <a:avLst/>
          </a:prstGeom>
        </p:spPr>
      </p:pic>
      <p:pic>
        <p:nvPicPr>
          <p:cNvPr id="26" name="Picture 25" descr="Supply Chain Management System - Forceget Supply Chain Logistics">
            <a:extLst>
              <a:ext uri="{FF2B5EF4-FFF2-40B4-BE49-F238E27FC236}">
                <a16:creationId xmlns:a16="http://schemas.microsoft.com/office/drawing/2014/main" id="{400E0B74-2DD6-DFE2-888B-43771DB700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900" y="1285650"/>
            <a:ext cx="2333700" cy="2347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01  </a:t>
            </a:r>
            <a:r>
              <a:rPr lang="en-US" sz="14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Abstract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Key KPIs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Regional Intelligence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Risk &amp; Compliance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68680"/>
            <a:ext cx="39319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4297680" cy="3566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Project domain: Power BI | Part of the AICW Fellowship Program by </a:t>
            </a:r>
            <a:r>
              <a:rPr lang="en-US" sz="1200" dirty="0" err="1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Edunet</a:t>
            </a:r>
            <a:r>
              <a:rPr lang="en-US" sz="12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 Foundation, Microsoft, LinkedIn &amp; SAP.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2,263 cleaned order records × 48 fields covering Pacific Asia — Southeast Asia, Oceania, Eastern Asia &amp; South Asia (Dec 2017 – Dec 2018).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Tool: Microsoft Power BI Desktop with DAX measures, custom visuals and features (Key Influencers, Smart Narrative, Decomposition Tree).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9-page interactive dashboard covering Executive KPIs, Regional Intelligence, Product &amp; Category, Shipping &amp; Delivery, Customer Analytics, Risk &amp; Compliance, Root Cause, Order Detail, and Business Insights.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$390,818 | Net Profit: $39,502 | Late Delivery Rate: 56.6% — insights drive operational decisions across the supply chain.</a:t>
            </a:r>
            <a:endParaRPr lang="en-US" sz="1200" dirty="0"/>
          </a:p>
        </p:txBody>
      </p:sp>
      <p:pic>
        <p:nvPicPr>
          <p:cNvPr id="10" name="Picture 9" descr="The 5 Components of Supply Chain Management">
            <a:extLst>
              <a:ext uri="{FF2B5EF4-FFF2-40B4-BE49-F238E27FC236}">
                <a16:creationId xmlns:a16="http://schemas.microsoft.com/office/drawing/2014/main" id="{72BECB83-16C7-FBDC-5B92-C746443CF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400" y="1381021"/>
            <a:ext cx="3557699" cy="23859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4572000" cy="3566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56.6% Late Delivery Rate: Over 1,281 of 2,263 orders face </a:t>
            </a:r>
            <a:r>
              <a:rPr lang="en-US" sz="13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delivery failure.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Shipping Mode Paradox: First Class shipping — the premium </a:t>
            </a:r>
            <a:r>
              <a:rPr lang="en-US" sz="13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tier — has a 97.5% late delivery rate.</a:t>
            </a:r>
            <a:endParaRPr lang="en-US" sz="1300" dirty="0">
              <a:solidFill>
                <a:srgbClr val="2D2D2D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Regional Profit Imbalance:  — </a:t>
            </a:r>
            <a:r>
              <a:rPr lang="en-US" sz="1300" dirty="0" err="1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signalling</a:t>
            </a:r>
            <a:r>
              <a:rPr lang="en-US" sz="13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 structural cost inefficiencies.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Discount-Driven Value Destruction: Men's Clothing shows a -17.9% avg. profit ratio; excessive discounting is generating orders at a net loss.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Fraud &amp; Compliance Risk: 45 orders flagged as </a:t>
            </a:r>
            <a:r>
              <a:rPr lang="en-US" sz="13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SUSPECTED_FRAUD and 48 CANCELED.</a:t>
            </a:r>
          </a:p>
        </p:txBody>
      </p:sp>
      <p:pic>
        <p:nvPicPr>
          <p:cNvPr id="10" name="Picture 9" descr="Supply Chain Management In 2024: An Overview Guide - VNMT">
            <a:extLst>
              <a:ext uri="{FF2B5EF4-FFF2-40B4-BE49-F238E27FC236}">
                <a16:creationId xmlns:a16="http://schemas.microsoft.com/office/drawing/2014/main" id="{2EFB2026-A5F5-388E-DE6D-10CC5784B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900" y="1524342"/>
            <a:ext cx="3557700" cy="2229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9-page interactive Power BI dashboard transforms raw Pacific Asia supply chain data into actionable business intelligence — enabling supply chain managers, logistics teams and executives to make evidence-based decisions.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4864" cy="384048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21945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93392" y="2194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issue categories resolved — dates, discounts, nulls, types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715768"/>
            <a:ext cx="54864" cy="384048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27157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Measures: 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993392" y="2715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KPIs: Revenue, Profit, Late %, Fraud, Loss Impact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236976"/>
            <a:ext cx="54864" cy="384048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32369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9-Page Dashboard: 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993392" y="32369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Summary → Regional → Product → Shipping → Customer → Risk → Root Cause → Detail → Insights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758184"/>
            <a:ext cx="54864" cy="384048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" y="37581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>
                <a:solidFill>
                  <a:srgbClr val="1565C8"/>
                </a:solidFill>
                <a:latin typeface="Calibri"/>
                <a:ea typeface="Calibri"/>
                <a:cs typeface="Calibri"/>
              </a:rPr>
              <a:t>Special visuals</a:t>
            </a:r>
            <a:endParaRPr lang="en-US" sz="1200" b="1" dirty="0">
              <a:solidFill>
                <a:srgbClr val="1565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993392" y="37581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Key Influencers, smart Narrative &amp; Decomposition Tree built in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7200" y="4279392"/>
            <a:ext cx="54864" cy="384048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42793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Recommendations: 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993392" y="4279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restructure, discount cap, regional strategy, fraud alerts</a:t>
            </a:r>
            <a:endParaRPr lang="en-US" sz="1200" dirty="0"/>
          </a:p>
        </p:txBody>
      </p:sp>
      <p:pic>
        <p:nvPicPr>
          <p:cNvPr id="25" name="Picture 24" descr="Supply Chain Management">
            <a:extLst>
              <a:ext uri="{FF2B5EF4-FFF2-40B4-BE49-F238E27FC236}">
                <a16:creationId xmlns:a16="http://schemas.microsoft.com/office/drawing/2014/main" id="{F2A951BA-D1EC-12FD-7902-6605B219C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900" y="1543770"/>
            <a:ext cx="3112200" cy="2343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274320" y="1293948"/>
            <a:ext cx="4178520" cy="1632132"/>
          </a:xfrm>
          <a:prstGeom prst="rect">
            <a:avLst/>
          </a:prstGeom>
          <a:solidFill>
            <a:srgbClr val="EFF4FC"/>
          </a:solidFill>
          <a:ln w="1270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298448"/>
            <a:ext cx="201168" cy="162763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812760" y="1298448"/>
            <a:ext cx="6400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/ Source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1723716"/>
            <a:ext cx="2201040" cy="85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Pacific_Asia_CLEAN.xlsx — 2,263 rows × 48 cols. </a:t>
            </a:r>
            <a:r>
              <a:rPr lang="en-US" sz="1100" err="1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Orders_CLEAN</a:t>
            </a:r>
            <a:r>
              <a:rPr lang="en-US" sz="11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 sheet + </a:t>
            </a:r>
            <a:r>
              <a:rPr lang="en-US" sz="11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Regional Intelligence</a:t>
            </a:r>
            <a:r>
              <a:rPr lang="en-US" sz="1100" dirty="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 lookup (GDP, Urbanization, Logistics scores for 20 region-country pairs).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63440" y="1298448"/>
            <a:ext cx="4160520" cy="1627632"/>
          </a:xfrm>
          <a:prstGeom prst="rect">
            <a:avLst/>
          </a:prstGeom>
          <a:solidFill>
            <a:srgbClr val="EFF4FC"/>
          </a:solidFill>
          <a:ln w="1270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1298448"/>
            <a:ext cx="201168" cy="162763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83880" y="1298448"/>
            <a:ext cx="6400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E6E"/>
                </a:solidFill>
                <a:latin typeface="Calibri"/>
                <a:ea typeface="Calibri"/>
                <a:cs typeface="Calibri"/>
              </a:rPr>
              <a:t>Pre-Processing 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937760" y="1728216"/>
            <a:ext cx="21605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for ETL validation. DAX Measures Table with 20+ calculations: Total Sales, Profit, Late Delivery %, Profit Ratio, Fraud Count, Loss Orders, Customer Count.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063240"/>
            <a:ext cx="4160520" cy="1627632"/>
          </a:xfrm>
          <a:prstGeom prst="rect">
            <a:avLst/>
          </a:prstGeom>
          <a:solidFill>
            <a:srgbClr val="EFF4FC"/>
          </a:solidFill>
          <a:ln w="1270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4320" y="3063240"/>
            <a:ext cx="201168" cy="162763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794760" y="3063240"/>
            <a:ext cx="6400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3136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B2E6E"/>
                </a:solidFill>
                <a:latin typeface="Calibri"/>
                <a:ea typeface="Calibri"/>
                <a:cs typeface="Calibri"/>
              </a:rPr>
              <a:t>Analysis &amp; AI -Tool Integration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8640" y="3475008"/>
            <a:ext cx="2210040" cy="113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Key Influencers visual identifies First Class shipping as #1 late delivery driver. Smart Narrative auto-generates executive summaries. Decomposition Tree for root cause drill-down.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3063240"/>
            <a:ext cx="4160520" cy="1627632"/>
          </a:xfrm>
          <a:prstGeom prst="rect">
            <a:avLst/>
          </a:prstGeom>
          <a:solidFill>
            <a:srgbClr val="EFF4FC"/>
          </a:solidFill>
          <a:ln w="1270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63440" y="3063240"/>
            <a:ext cx="201168" cy="162763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183880" y="3063240"/>
            <a:ext cx="6400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37760" y="3136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Dashboard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937760" y="3479508"/>
            <a:ext cx="2309040" cy="1129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9-page interactive report with 80+ visuals: KPI cards, column/bar, donut, treemap, funnel, gauge, waterfall, scatter, ribbon, maps, pivot table, drill-through table.</a:t>
            </a:r>
            <a:endParaRPr lang="en-US" sz="1100" dirty="0"/>
          </a:p>
        </p:txBody>
      </p:sp>
      <p:pic>
        <p:nvPicPr>
          <p:cNvPr id="28" name="Picture 27" descr="Input data - Free ui icons">
            <a:extLst>
              <a:ext uri="{FF2B5EF4-FFF2-40B4-BE49-F238E27FC236}">
                <a16:creationId xmlns:a16="http://schemas.microsoft.com/office/drawing/2014/main" id="{F90C1666-AC22-CF94-7136-7FC46BC0D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100" y="1447350"/>
            <a:ext cx="1339800" cy="1330800"/>
          </a:xfrm>
          <a:prstGeom prst="rect">
            <a:avLst/>
          </a:prstGeom>
        </p:spPr>
      </p:pic>
      <p:pic>
        <p:nvPicPr>
          <p:cNvPr id="29" name="Picture 28" descr="Download Free Processed data Icons in PNG &amp; SVG">
            <a:extLst>
              <a:ext uri="{FF2B5EF4-FFF2-40B4-BE49-F238E27FC236}">
                <a16:creationId xmlns:a16="http://schemas.microsoft.com/office/drawing/2014/main" id="{C731A18D-CCF2-1F26-3206-8C6A9DE2C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100" y="1694850"/>
            <a:ext cx="903300" cy="916800"/>
          </a:xfrm>
          <a:prstGeom prst="rect">
            <a:avLst/>
          </a:prstGeom>
        </p:spPr>
      </p:pic>
      <p:pic>
        <p:nvPicPr>
          <p:cNvPr id="30" name="Picture 29" descr="Data Analysis - Free computer icons">
            <a:extLst>
              <a:ext uri="{FF2B5EF4-FFF2-40B4-BE49-F238E27FC236}">
                <a16:creationId xmlns:a16="http://schemas.microsoft.com/office/drawing/2014/main" id="{8D1B16AD-6116-A756-1846-994A243FBB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7800" y="3494550"/>
            <a:ext cx="948900" cy="957900"/>
          </a:xfrm>
          <a:prstGeom prst="rect">
            <a:avLst/>
          </a:prstGeom>
        </p:spPr>
      </p:pic>
      <p:pic>
        <p:nvPicPr>
          <p:cNvPr id="31" name="Picture 30" descr="Dashboard xnimrodx Blue icon | Freepik">
            <a:extLst>
              <a:ext uri="{FF2B5EF4-FFF2-40B4-BE49-F238E27FC236}">
                <a16:creationId xmlns:a16="http://schemas.microsoft.com/office/drawing/2014/main" id="{A2FB06FA-5BFE-3E8D-AD0A-EB6B4654EB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4100" y="3407850"/>
            <a:ext cx="1077300" cy="112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Executive KPIs &amp; Key Findings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Page · 9-Page Power BI Dashboard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5727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1572768"/>
            <a:ext cx="2011680" cy="128016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7007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565C8"/>
                </a:solidFill>
                <a:latin typeface="Calibri"/>
                <a:ea typeface="Calibri"/>
                <a:cs typeface="Calibri"/>
              </a:rPr>
              <a:t>$390.82K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74320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B2E6E"/>
                </a:solidFill>
                <a:latin typeface="Calibri"/>
                <a:ea typeface="Calibri"/>
                <a:cs typeface="Calibri"/>
              </a:rPr>
              <a:t>Total sales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2,263 orders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50592" y="15727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450592" y="1572768"/>
            <a:ext cx="2011680" cy="12801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450592" y="17007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7A4A"/>
                </a:solidFill>
                <a:latin typeface="Calibri"/>
                <a:ea typeface="Calibri"/>
                <a:cs typeface="Calibri"/>
              </a:rPr>
              <a:t>$39.50k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2450592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450592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A6A80"/>
                </a:solidFill>
                <a:latin typeface="Calibri"/>
                <a:ea typeface="Calibri"/>
                <a:cs typeface="Calibri"/>
              </a:rPr>
              <a:t>10% overall margin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626864" y="15727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26864" y="1572768"/>
            <a:ext cx="2011680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626864" y="17007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57%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626864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26864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1,281 orders at risk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03136" y="1572768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803136" y="1572768"/>
            <a:ext cx="2011680" cy="128016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03136" y="170078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$172.70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80313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803136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item</a:t>
            </a:r>
            <a:endParaRPr lang="en-US" sz="10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74320" y="2999232"/>
          <a:ext cx="42062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1"/>
          <p:cNvGraphicFramePr/>
          <p:nvPr/>
        </p:nvGraphicFramePr>
        <p:xfrm>
          <a:off x="4663440" y="2999232"/>
          <a:ext cx="42062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Regional Intelligence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Intelligence Page · GDP, Logistics Score &amp; Late Delivery Analysis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634269"/>
              </p:ext>
            </p:extLst>
          </p:nvPr>
        </p:nvGraphicFramePr>
        <p:xfrm>
          <a:off x="162000" y="1575000"/>
          <a:ext cx="8709659" cy="1645920"/>
        </p:xfrm>
        <a:graphic>
          <a:graphicData uri="http://schemas.openxmlformats.org/drawingml/2006/table">
            <a:tbl>
              <a:tblPr/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GDP/Capita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Delivery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Oceania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$13,260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Eastern Asia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$12,607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683015455"/>
              </p:ext>
            </p:extLst>
          </p:nvPr>
        </p:nvGraphicFramePr>
        <p:xfrm>
          <a:off x="274320" y="3436668"/>
          <a:ext cx="4114800" cy="1382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4663440" y="3630168"/>
          <a:ext cx="420624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Shipping, Risk &amp; Business Insights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74320" y="156826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1572768"/>
            <a:ext cx="157276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4320" y="21579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993392" y="157276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993392" y="1572768"/>
            <a:ext cx="1572768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993392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993392" y="21579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Fraud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12464" y="157276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712464" y="1572768"/>
            <a:ext cx="1572768" cy="1097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712464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712464" y="21579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31536" y="157276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431536" y="1572768"/>
            <a:ext cx="157276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31536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431536" y="21579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Late Rate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50608" y="1572768"/>
            <a:ext cx="15727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150608" y="1572768"/>
            <a:ext cx="157276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50608" y="16824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150608" y="21579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Class Late Rate</a:t>
            </a:r>
            <a:endParaRPr lang="en-US" sz="10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74320" y="269748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6E4F8789-39B3-E2A2-2017-92C464501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15801"/>
              </p:ext>
            </p:extLst>
          </p:nvPr>
        </p:nvGraphicFramePr>
        <p:xfrm>
          <a:off x="4468500" y="2614500"/>
          <a:ext cx="4538814" cy="22197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12938">
                  <a:extLst>
                    <a:ext uri="{9D8B030D-6E8A-4147-A177-3AD203B41FA5}">
                      <a16:colId xmlns:a16="http://schemas.microsoft.com/office/drawing/2014/main" val="2132799783"/>
                    </a:ext>
                  </a:extLst>
                </a:gridCol>
                <a:gridCol w="1512938">
                  <a:extLst>
                    <a:ext uri="{9D8B030D-6E8A-4147-A177-3AD203B41FA5}">
                      <a16:colId xmlns:a16="http://schemas.microsoft.com/office/drawing/2014/main" val="4047079026"/>
                    </a:ext>
                  </a:extLst>
                </a:gridCol>
                <a:gridCol w="1512938">
                  <a:extLst>
                    <a:ext uri="{9D8B030D-6E8A-4147-A177-3AD203B41FA5}">
                      <a16:colId xmlns:a16="http://schemas.microsoft.com/office/drawing/2014/main" val="1082004582"/>
                    </a:ext>
                  </a:extLst>
                </a:gridCol>
              </a:tblGrid>
              <a:tr h="20457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Category</a:t>
                      </a:r>
                      <a:r>
                        <a:rPr lang="en-GB" sz="90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n-GB" sz="900" dirty="0">
                        <a:solidFill>
                          <a:srgbClr val="1A1A2E"/>
                        </a:solidFill>
                        <a:effectLst/>
                        <a:latin typeface="Arial"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1000" b="1" dirty="0" err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Avg</a:t>
                      </a:r>
                      <a:r>
                        <a:rPr lang="en-GB" sz="10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 Profit Ratio</a:t>
                      </a:r>
                      <a:r>
                        <a:rPr lang="en-GB" sz="100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n-GB" dirty="0">
                        <a:solidFill>
                          <a:srgbClr val="1A1A2E"/>
                        </a:solidFill>
                        <a:effectLst/>
                        <a:latin typeface="Arial"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1000" b="1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Assessment</a:t>
                      </a:r>
                      <a:r>
                        <a:rPr lang="en-GB" sz="100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n-GB" dirty="0">
                        <a:solidFill>
                          <a:srgbClr val="1A1A2E"/>
                        </a:solidFill>
                        <a:effectLst/>
                        <a:latin typeface="Arial"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946375"/>
                  </a:ext>
                </a:extLst>
              </a:tr>
              <a:tr h="24689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Consumer Electronics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24.3%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Star performer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515436"/>
                  </a:ext>
                </a:extLst>
              </a:tr>
              <a:tr h="1904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DVDs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21.1%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Strong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326506"/>
                  </a:ext>
                </a:extLst>
              </a:tr>
              <a:tr h="1904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Garden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15.4%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Healthy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122559"/>
                  </a:ext>
                </a:extLst>
              </a:tr>
              <a:tr h="1904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Women's Clothing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14.9%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Good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554397"/>
                  </a:ext>
                </a:extLst>
              </a:tr>
              <a:tr h="1904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Toys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14.9%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Good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40744"/>
                  </a:ext>
                </a:extLst>
              </a:tr>
              <a:tr h="1904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Music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13.7%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Moderate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23441"/>
                  </a:ext>
                </a:extLst>
              </a:tr>
              <a:tr h="1904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Health &amp; Beauty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11.3%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Below average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837661"/>
                  </a:ext>
                </a:extLst>
              </a:tr>
              <a:tr h="34565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Men's Clothing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-17.9%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95"/>
                        </a:lnSpc>
                        <a:buNone/>
                      </a:pPr>
                      <a:r>
                        <a:rPr lang="en-GB" sz="700">
                          <a:solidFill>
                            <a:srgbClr val="1A1A2E"/>
                          </a:solidFill>
                          <a:effectLst/>
                          <a:latin typeface="Arial"/>
                        </a:rPr>
                        <a:t>LOSS-MAKING — requires immediate attention </a:t>
                      </a:r>
                      <a:endParaRPr lang="en-GB" sz="700">
                        <a:solidFill>
                          <a:srgbClr val="1A1A2E"/>
                        </a:solidFill>
                        <a:effectLst/>
                      </a:endParaRPr>
                    </a:p>
                  </a:txBody>
                  <a:tcPr marL="76200" marR="76200" marT="38100" marB="381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8569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an overview of key dashboard pages and features: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57276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1572768"/>
            <a:ext cx="2743200" cy="530352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5910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2336" y="2157984"/>
            <a:ext cx="248716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vs Profit trend, Order Status donut, Revenue by Department &amp; Customer Segment KPI cards — total $390K revenue, $39.5K profit.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18688" y="157276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18688" y="1572768"/>
            <a:ext cx="2743200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10128" y="15910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Intelligence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46704" y="2157984"/>
            <a:ext cx="248716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vs Profit Ratio scatter, Late Delivery funnel, Sales ribbon chart &amp; geographic map showing SE Asia &amp; Oceania leading at $108K+ each.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63056" y="157276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63056" y="1572768"/>
            <a:ext cx="274320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54496" y="159105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91072" y="2157984"/>
            <a:ext cx="248716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for fraud (45), cancellations (48), late deliveries (1,281). Waterfall chart quantifying profit loss. Discount-Profit scatter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645920" y="1389888"/>
            <a:ext cx="5852160" cy="3108960"/>
          </a:xfrm>
          <a:prstGeom prst="rect">
            <a:avLst/>
          </a:prstGeom>
          <a:solidFill>
            <a:srgbClr val="EDF2FB"/>
          </a:solidFill>
          <a:ln w="12700">
            <a:solidFill>
              <a:srgbClr val="AACB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023360" y="2103120"/>
            <a:ext cx="1097280" cy="1097280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02336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737360" y="32918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5A6A80"/>
                </a:solidFill>
                <a:latin typeface="Calibri"/>
                <a:ea typeface="Calibri"/>
                <a:cs typeface="Calibri"/>
              </a:rPr>
              <a:t>My project demo video link is below.</a:t>
            </a:r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86000" y="3931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565C8"/>
                </a:solidFill>
                <a:ea typeface="+mn-lt"/>
                <a:cs typeface="+mn-lt"/>
                <a:hlinkClick r:id="rId4"/>
              </a:rPr>
              <a:t>https://drive.google.com/file/d/1VmDrhrvCXQ8f_ZxnENeDtQFg8Jr9vexO/view?usp=drive_link</a:t>
            </a:r>
            <a:r>
              <a:rPr lang="en-US" sz="1200" dirty="0">
                <a:solidFill>
                  <a:srgbClr val="1565C8"/>
                </a:solidFill>
                <a:ea typeface="+mn-lt"/>
                <a:cs typeface="+mn-lt"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delivered a 9-page interactive Power BI dashboard for Pacific Asia supply chain analytics, achieving all six stated objectives.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901952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$390,819 | Net profit $39,502 | 10.1% margin across 2,263 orders.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 late delivery rate — the most critical operational failure across all four regions.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shipping paradox: 97.5% late delivery rate — worst performer despite premium pricing.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Oceania is most profitable ($13,260); Eastern Asia underperforms at only $4,031 profit.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Electronics leads profit ratio (24.3%); Men's Clothing destroys value at -17.9%.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project objectives achieved — data cleaned, 20+ DAX measures built, 9 dashboard pages delivered.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005840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274320" y="1362456"/>
            <a:ext cx="310896" cy="310896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1362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1325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Pipelines: 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48840" y="132588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Power Automate or REST API connections for live dashboard refresh and real-time delivery alerts.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029968"/>
            <a:ext cx="310896" cy="310896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" y="19933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Models: 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48840" y="199339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Python/R integration in Power BI to forecast late delivery risk at order placement — using shipping mode, region &amp; discount as inputs.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2697480"/>
            <a:ext cx="310896" cy="310896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" y="266090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Geography: 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148840" y="2660904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broader APAC including North Asia, Central Asia and additional ASEAN markets for pan-regional intelligence.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" y="3364992"/>
            <a:ext cx="310896" cy="310896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743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" y="332841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Interface: 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148840" y="332841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mobile Power Apps interface for frontline logistics staff to update order status and trigger compliance alerts directly.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4320" y="4032504"/>
            <a:ext cx="310896" cy="310896"/>
          </a:xfrm>
          <a:prstGeom prst="line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7432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8368" y="3995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DAX Library: 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148840" y="399592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measure framework as a reusable Power BI template deployable across other supply chain markets.</a:t>
            </a:r>
            <a:endParaRPr lang="en-US" sz="12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960120"/>
            <a:ext cx="28346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2E6E"/>
          </a:solidFill>
          <a:ln w="12700">
            <a:solidFill>
              <a:srgbClr val="1B2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475488"/>
          </a:xfrm>
          <a:prstGeom prst="rect">
            <a:avLst/>
          </a:prstGeom>
          <a:solidFill>
            <a:srgbClr val="2C5AA0"/>
          </a:solidFill>
          <a:ln w="127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0"/>
            <a:ext cx="164592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"/>
            <a:ext cx="1234440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55448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Student Project Presentation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363931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6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|  Edunet Foundation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4160520"/>
            <a:ext cx="1463040" cy="36576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096512"/>
            <a:ext cx="1645920" cy="5029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565C8"/>
          </a:solidFill>
          <a:ln w="12700">
            <a:solidFill>
              <a:srgbClr val="15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1185</Words>
  <Application>Microsoft Office PowerPoint</Application>
  <PresentationFormat>On-screen Show (16:9)</PresentationFormat>
  <Paragraphs>173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Pacific Asia Supply Chain Analytics</dc:title>
  <dc:subject>PptxGenJS Presentation</dc:subject>
  <dc:creator>AICW Fellowship</dc:creator>
  <cp:lastModifiedBy>PULKIT  GARG</cp:lastModifiedBy>
  <cp:revision>115</cp:revision>
  <dcterms:created xsi:type="dcterms:W3CDTF">2026-04-05T09:47:32Z</dcterms:created>
  <dcterms:modified xsi:type="dcterms:W3CDTF">2026-04-09T13:14:14Z</dcterms:modified>
</cp:coreProperties>
</file>